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KAI-Netics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Commercialization Plan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6858000" cy="65836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2231136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3PL: Sub-5lb Package Delivery for Maryland's Medical &amp; Community Supply Chain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23744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81728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39712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/ UROC Applicant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Smith, Founder &amp; CEO  |  Kevin Alexander International LLC dba KAI-Netics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kas@kevin-llc.com  |  443.257.6836  |  kevin-llc.com  |  April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7183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Submitted to: Maryland Energy Innovation Accelerator (MEIA)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Baltimore's Supply Chain Runs on Diesel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Medline's ~50-mile diesel truck runs from Perryville to UMMS Sparrows Point emit ~80–100 lbs CO2e per run, ~25,000 lbs annually. Every medical delivery is a truck trip.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truck fleets — the distributor's competitive moat — are also their largest cost liability: fuel, labor, maintenance, insurance, and growing emissions compliance burden.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proved the fleet-based model's vulnerability. UMMS built its $100M+ Sparrows Point LOC specifically to address pandemic supply chain failures.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UMMS Sparrows Point LOC opened Q2 2025 — 415,000 sq ft serving 11 hospitals, 1.2M+ outpatients/year. It was built to solve supply chain resilience. Drone delivery is the next layer.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Drone Delivery Now: GHG Reduction + Supply Chain Resilience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Mandate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Maryland's Climate Solutions Now Act (2022) set the most aggressive GHG targets in the US. Every diesel truck delivering medical supplies is a direct emissions liability — ~80–100 lbs CO2e per run. UMMS's new Sparrows Point LOC was built to Maryland's climate compliance standard. Drone delivery is the next emissions reduction layer.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Proved the Fragility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of hospital leaders said COVID-19 exposed critical supply chain vulnerabilities (GHX). Fleet-based delivery froze: borders closed, drivers fell ill, hospitals traded supplies between ICU units. UMMS invested $32M in the Sparrows Point LOC specifically to address these pandemic-era failures. The LOC consolidates. Drones make it resilient.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Opportunity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drone market grows from $1.73B (2025) to $4.68B by 2032. FAA Part 107 enables commercial operations TODAY. CURN's Baltimore corridor provides the airspace. Techstars AI Health Baltimore — anchored by UMMS, Hopkins, MedStar, CareFirst, and UMB — Demo Day June 2026 at M&amp;T Bank Stadium. Baltimore's three largest health systems are actively seeking supply chain innovation partners right now.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MEIA alignment: Clean energy technology + quantifiable GHG reduction + MWVOB operator + green collar workforce (EAF/CAKO) = the complete Maryland climate tech story.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Drone 3PL at the CURN Baltimore Endpoint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Chesapeake UAS Route Network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4944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UMD UROC-led BVLOS drone corridors over Chesapeake Bay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$1.3M Maryland Commerce funded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94944" y="2907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+ Navy + DHS + ARL partnerships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94944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over water = minimal crash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4944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endpoint = KAI-Netics operating zone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Network Tiers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664208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NOW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592" y="202996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supply  •  Lab specimens  •  Pharmacy  •  Resiliency hubs  •  Gov't small supply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6–12 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delivery (UMGC)  •  Food desert last-mile  •  Port of Baltimore  •  Legal courier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22192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POST-108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592" y="418795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Eastern Shore  •  Organ transport  •  Full CURN carrier license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Story: Replacing Dirty Truck Trips with Electric Drones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TRUCK (Current)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719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Perryville → Sparrows Point (~50 mi)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run: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~80–100 lbs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(estimated)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871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~20,000–25,000 lbs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+ labor + maintenance + insurance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931920" cy="2560320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DRONE (KAI-Netics)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719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71907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corridor — over water (Patapsco)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delivery: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~0.04–0.11 lbs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487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deliveries: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48716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(same frequency)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8712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87121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~9–26 lbs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2552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grid (~0.1–0.3 kWh/delivery)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13632"/>
            <a:ext cx="85953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041648"/>
            <a:ext cx="475488" cy="47548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05840" y="40050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~19,974 lbs CO2e saved per delivery lane per year  =  ~9 metric tons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5840" y="4389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UMMS 11-hospital network: ~99 metric tons CO2e/year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21792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EPA MOVES diesel factors + EPA eGrid MD grid emissions intensity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Customer: UMMS Sparrows Point LOC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ft LOC — opened Q2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23744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523744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23744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UMMS hospitals served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MD hospital care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23744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523744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23744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outpatients annually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1188720"/>
            <a:ext cx="4041648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28032" y="1234440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Part 107 POC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32704" y="1737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Sparrows Point LOC → UMMC Downtown (~8 mi, Patapsco corridor)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32704" y="21945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Sub-5lb surgical kits &amp; medical supplies (non-controlled)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32704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commercial; LAANC authorized; Remote ID compliant; drone rented for pilot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32704" y="31089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days; minimum 50 deliveries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32704" y="35661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completion rate; &lt;50% truck cost per delivery; pricing at cost-plus-expenses (~$2,500–$5,000 full pilot)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2704" y="4023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Vizzard, VP Supply Chain Management, UMMS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913632"/>
            <a:ext cx="4370832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02336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Timothy Amukele (Hopkins)  |  Outreach Initiated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" y="42428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medical delivery pioneer — KAI-Netics is engaging Dr. Amukele for research collaboration, POC validation, and UMMS/Hopkins network introductions.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Kevin Alexander Smith Wins This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#5250157 — commercially operational TODAY. No regulatory wait, no capital dependency. First revenue can start this month.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 Career Insider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knowledge of surgical kit delivery economics, fleet cost structures, and last-mile pain points. No competitor has this.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UROC/CURN internship. Opens every Maryland institutional door. SBIR affiliation. Academic credibility layer.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438912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723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+ PMP Active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38912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Federal/healthcare procurement signal. Enterprise-grade trust architecture (MONK). 33 years IT operational discipline.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72968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3337560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07238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67912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37560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priority population. MBE certification in progress. Government set-aside eligible. Green collar workforce (EAF/CAKO).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71616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6236208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307238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Ecosystem Access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36208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UROC internship — would place Kevin inside the organization building Maryland's commercial drone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Workforce: The EAF / CAKO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56032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Receives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Grants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CDBG + MEIA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32304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Drone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32304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week program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residents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08576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Hires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Graduates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08576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Market-rate wages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Pipeline Agmt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84848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Generate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84848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AKMS AI training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authorization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9077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MEIA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36499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9808" y="3346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jobs trained in Baltimore's most climate-vulnerable neighborhoods — Sandtown, Cherry Hill, Perkins Homes</a:t>
            </a:r>
            <a:endParaRPr lang="en-US" sz="10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6732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808" y="3749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1: 10–15 operators trained free-of-cost to FP; graduates earn market-rate professional wages</a:t>
            </a:r>
            <a:endParaRPr lang="en-US" sz="10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6966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49808" y="41513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501c3 structure ensures workforce program is grant-fundable, community-rooted, and financially independent of FP</a:t>
            </a:r>
            <a:endParaRPr lang="en-US" sz="10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5720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" y="4553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 company training minority Baltimore residents = MEIA's mission embodied in one program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Revenue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15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536192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1572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Per-delivery fee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572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$15–$75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74320" y="2066544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5488" y="2103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SLA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$8K–$15K/mo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2103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74320" y="2596896"/>
            <a:ext cx="109728" cy="45720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5488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(MBE)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334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GSA-rate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0" y="2633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74320" y="3127248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5488" y="3163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 program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1638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$25K–$75K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31638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74320" y="3657600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5488" y="36941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licensing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(Yr 2+)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6240" y="3694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0" y="1536192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669280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669280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1–2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51776" y="1536192"/>
            <a:ext cx="1481328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351776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351776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2596896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669280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$175K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669280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51776" y="2596896"/>
            <a:ext cx="1481328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351776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$248K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51776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02336" y="4608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Grant Pipeline (Non-Dilutive):   EARN Maryland ~$125K  |  CDBG TBD  |  SBIR Phase I (pending reauth)  |  MEA Resilient MD (ongoing)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submitted | EAF Form 1023 submitted | EARN Maryland application filed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18304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96128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application submitted (UMGC) | MBE Certification filed with MD GOMA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3856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BD outreach — UMMS (Pat Vizzard), Johns Hopkins, MedStar Franklin Square, Baltimore City resiliency hubs, MDSHA/bridge inspection targets, BGE/utility solar inspection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18304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96128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1: Medical supply POC (UMMS Sparrows Point → UMMC downtown; at cost-plus-expenses) ★MEIA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3856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2: Lab specimen/blood sample transport — Hopkins + UMMS labs outreach (Dr. Amukele, JHHS Supply Chain) ★MEIA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18304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96128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3: Emergency supply — Baltimore Resiliency Hubs (Aubrey Germ, Office of Sustainability); grant-funded SLA ★MEIA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3856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Scope: Medical supply POC | Lab specimen transport | Pharmacy/Rx delivery | Bridge &amp; infrastructure inspection | Solar panel inspection | DFR SOP development | Emergency resiliency hub supply | Government/MBE small supply — first revenue flights begin April/May; scope spans all Part 107-eligible verticals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18304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Jun–Jul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96128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begins | UMMS/Hopkins/MedStar POC LOIs in negotiation | Recurring Part 107 revenue ops underway | Techstars AI Health Demo Day (M&amp;T Bank Stadium) — network UMMS/Hopkins/MedStar | CAKO Cohort 1 recruitment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2026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3856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managed service SLA (UMMS or MedStar) | Tradepoint Atlantic inter-facility B2B outreach | $8K–$15K MRR target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18304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96128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Phase I application (UMGC affiliation) | NSF SBIR Phase I | Campus delivery pilot (UMGC) ★MEIA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33856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 graduates | DFR program package — Baltimore City PD, Anne Arundel ★MEIA | $175K cumulative revenue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18304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96128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3 pitch | Part 108 BVLOS application filed | $248K Year 1 revenue | All 5 verticals operational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Accelerator Support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20624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904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Validation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of UMMS supply chain introductions and Maryland health system procurement network access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90288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36592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904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Assistance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36592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108 commercial carrier pathway and BVLOS corridor authorization for CURN Baltimore endpoint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420624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788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20624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EEIR program for supply chain expertise; MEIA investor network; Climate Technology Founders Fund preparation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90288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4736592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788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Navigation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36592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Maryland, CDBG, MEA Resilient MD applications for EAF/CAKO green collar workforce program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  |  kas@kevin-llc.com  |  443.257.6836  |  kevin-llc.com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KAI-Netics MEIA Phase 2 Commercialization Plan</dc:title>
  <dc:subject>PptxGenJS Presentation</dc:subject>
  <dc:creator>Kevin Alexander Smith</dc:creator>
  <cp:lastModifiedBy>Kevin Alexander Smith</cp:lastModifiedBy>
  <cp:revision>1</cp:revision>
  <dcterms:created xsi:type="dcterms:W3CDTF">2026-04-11T02:07:57Z</dcterms:created>
  <dcterms:modified xsi:type="dcterms:W3CDTF">2026-04-11T02:07:57Z</dcterms:modified>
</cp:coreProperties>
</file>