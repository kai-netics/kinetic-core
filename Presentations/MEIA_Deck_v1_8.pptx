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67" r:id="rId18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LOC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GHG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hospital leaders said COVID-19 exposed critical supply chain vulnerabilities (GHX).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CURN's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(EAF/CAKO) = the complete Maryland climate tech 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UROC-led BVLOS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(UMGC)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p/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p/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only for existing truck trips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p/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(FP)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+ CURN nodes own the landing zone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(EAF)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(MONK)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AKMS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p/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p/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p/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MONK Prototype: MEIA Phase 2 Build Plan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5" name="Sub"/>
          <p:cNvSpPr/>
          <p:nvPr/>
        </p:nvSpPr>
        <p:spPr>
          <a:xfrm>
            <a:off x="365760" y="1097280"/>
            <a:ext cx="84124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/>
              </a:rPr>
              <a:t>Automated LAANC authorization + cryptographic mission signing + tamper-evident compliance records. $25K–$30K MEIA vendor budget.</a:t>
            </a:r>
          </a:p>
        </p:txBody>
      </p:sp>
      <p:sp>
        <p:nvSpPr>
          <p:cNvPr id="6" name="C1bg"/>
          <p:cNvSpPr/>
          <p:nvPr/>
        </p:nvSpPr>
        <p:spPr>
          <a:xfrm>
            <a:off x="183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p/>
        </p:txBody>
      </p:sp>
      <p:sp>
        <p:nvSpPr>
          <p:cNvPr id="7" name="C1hdr"/>
          <p:cNvSpPr/>
          <p:nvPr/>
        </p:nvSpPr>
        <p:spPr>
          <a:xfrm>
            <a:off x="183600" y="1554480"/>
            <a:ext cx="19202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1. INTAKE</a:t>
            </a:r>
          </a:p>
        </p:txBody>
      </p:sp>
      <p:sp>
        <p:nvSpPr>
          <p:cNvPr id="8" name="C1txt"/>
          <p:cNvSpPr/>
          <p:nvPr/>
        </p:nvSpPr>
        <p:spPr>
          <a:xfrm>
            <a:off x="229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Mission request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Origin pad, destination, payload, operator cert, time window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Sources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Operator | AKMS agent | Hospital dispatch</a:t>
            </a:r>
          </a:p>
        </p:txBody>
      </p:sp>
      <p:sp>
        <p:nvSpPr>
          <p:cNvPr id="9" name="Arr1"/>
          <p:cNvSpPr/>
          <p:nvPr/>
        </p:nvSpPr>
        <p:spPr>
          <a:xfrm>
            <a:off x="2194840" y="3052800"/>
            <a:ext cx="365760" cy="22860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p/>
        </p:txBody>
      </p:sp>
      <p:sp>
        <p:nvSpPr>
          <p:cNvPr id="10" name="C2bg"/>
          <p:cNvSpPr/>
          <p:nvPr/>
        </p:nvSpPr>
        <p:spPr>
          <a:xfrm>
            <a:off x="2651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p/>
        </p:txBody>
      </p:sp>
      <p:sp>
        <p:nvSpPr>
          <p:cNvPr id="11" name="C2hdr"/>
          <p:cNvSpPr/>
          <p:nvPr/>
        </p:nvSpPr>
        <p:spPr>
          <a:xfrm>
            <a:off x="2651600" y="1554480"/>
            <a:ext cx="19202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2. AUTHORIZE</a:t>
            </a:r>
          </a:p>
        </p:txBody>
      </p:sp>
      <p:sp>
        <p:nvSpPr>
          <p:cNvPr id="12" name="C2txt"/>
          <p:cNvSpPr/>
          <p:nvPr/>
        </p:nvSpPr>
        <p:spPr>
          <a:xfrm>
            <a:off x="2697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F5A623"/>
                </a:solidFill>
                <a:latin typeface="Calibri"/>
              </a:rPr>
              <a:t>3 simultaneous checks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LAANC USS API (Aloft) — airspace clearance token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CURN corridor status check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Part 107 credential validation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i="1" dirty="0">
                <a:solidFill>
                  <a:srgbClr val="CADCFC"/>
                </a:solidFill>
                <a:latin typeface="Calibri"/>
              </a:rPr>
              <a:t>All 3 must pass. Any failure = deny with reason code.</a:t>
            </a:r>
          </a:p>
        </p:txBody>
      </p:sp>
      <p:sp>
        <p:nvSpPr>
          <p:cNvPr id="13" name="Arr2"/>
          <p:cNvSpPr/>
          <p:nvPr/>
        </p:nvSpPr>
        <p:spPr>
          <a:xfrm>
            <a:off x="4662840" y="3052800"/>
            <a:ext cx="365760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p/>
        </p:txBody>
      </p:sp>
      <p:sp>
        <p:nvSpPr>
          <p:cNvPr id="14" name="C3bg"/>
          <p:cNvSpPr/>
          <p:nvPr/>
        </p:nvSpPr>
        <p:spPr>
          <a:xfrm>
            <a:off x="5119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p/>
        </p:txBody>
      </p:sp>
      <p:sp>
        <p:nvSpPr>
          <p:cNvPr id="15" name="C3hdr"/>
          <p:cNvSpPr/>
          <p:nvPr/>
        </p:nvSpPr>
        <p:spPr>
          <a:xfrm>
            <a:off x="5119600" y="1554480"/>
            <a:ext cx="19202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3. SIGN</a:t>
            </a:r>
          </a:p>
        </p:txBody>
      </p:sp>
      <p:sp>
        <p:nvSpPr>
          <p:cNvPr id="16" name="C3txt"/>
          <p:cNvSpPr/>
          <p:nvPr/>
        </p:nvSpPr>
        <p:spPr>
          <a:xfrm>
            <a:off x="5165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Cryptographic package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LAANC token + corridor confirm + Part 107 cert + payload + route + MONK signature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HMAC-SHA256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Tamper-evident. Auditable by UMMS, FAA, insurers.</a:t>
            </a:r>
          </a:p>
        </p:txBody>
      </p:sp>
      <p:sp>
        <p:nvSpPr>
          <p:cNvPr id="17" name="Arr3"/>
          <p:cNvSpPr/>
          <p:nvPr/>
        </p:nvSpPr>
        <p:spPr>
          <a:xfrm>
            <a:off x="7130840" y="3052800"/>
            <a:ext cx="365760" cy="228600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txBody>
          <a:bodyPr/>
          <a:p/>
        </p:txBody>
      </p:sp>
      <p:sp>
        <p:nvSpPr>
          <p:cNvPr id="18" name="C4bg"/>
          <p:cNvSpPr/>
          <p:nvPr/>
        </p:nvSpPr>
        <p:spPr>
          <a:xfrm>
            <a:off x="7587600" y="1554480"/>
            <a:ext cx="13724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txBody>
          <a:bodyPr/>
          <a:p/>
        </p:txBody>
      </p:sp>
      <p:sp>
        <p:nvSpPr>
          <p:cNvPr id="19" name="C4hdr"/>
          <p:cNvSpPr/>
          <p:nvPr/>
        </p:nvSpPr>
        <p:spPr>
          <a:xfrm>
            <a:off x="7587600" y="1554480"/>
            <a:ext cx="1372440" cy="3657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4. WRITE-BACK</a:t>
            </a:r>
          </a:p>
        </p:txBody>
      </p:sp>
      <p:sp>
        <p:nvSpPr>
          <p:cNvPr id="20" name="C4txt"/>
          <p:cNvSpPr/>
          <p:nvPr/>
        </p:nvSpPr>
        <p:spPr>
          <a:xfrm>
            <a:off x="7633000" y="1966320"/>
            <a:ext cx="12816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CADCFC"/>
                </a:solidFill>
                <a:latin typeface="Calibri"/>
              </a:rPr>
              <a:t>Post-flight actuals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GPS track + delivery confirm + energy use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Appended to signed record → complete lifecycle audit trail</a:t>
            </a:r>
          </a:p>
        </p:txBody>
      </p:sp>
      <p:sp>
        <p:nvSpPr>
          <p:cNvPr id="21" name="Bottom"/>
          <p:cNvSpPr/>
          <p:nvPr/>
        </p:nvSpPr>
        <p:spPr>
          <a:xfrm>
            <a:off x="183600" y="5303160"/>
            <a:ext cx="877680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Built on the KAI-Netics Core Engine already in production. Every UMMS POC flight produces a MONK-signed compliance record. No competitor is building this trust layer.</a:t>
            </a:r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Alexander Smith</cp:lastModifiedBy>
  <cp:revision>1</cp:revision>
  <dcterms:created xsi:type="dcterms:W3CDTF">2026-04-11T02:07:57Z</dcterms:created>
  <dcterms:modified xsi:type="dcterms:W3CDTF">2026-04-11T02:07:57Z</dcterms:modified>
</cp:coreProperties>
</file>